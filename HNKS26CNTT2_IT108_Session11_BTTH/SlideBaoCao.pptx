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0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DB-4C29-B3DA-19B131409B3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B-4C29-B3DA-19B131409B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37160" rIns="320040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4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1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194736" y="2089404"/>
            <a:ext cx="3017520" cy="26791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01168" rtlCol="0" anchor="ctr"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/>
              <a:t>4 </a:t>
            </a:r>
            <a:r>
              <a:rPr lang="en-US" dirty="0" err="1"/>
              <a:t>P</a:t>
            </a:r>
            <a:r>
              <a:rPr dirty="0" err="1"/>
              <a:t>hiếu</a:t>
            </a:r>
            <a:endParaRPr dirty="0"/>
          </a:p>
          <a:p>
            <a:pPr algn="ctr">
              <a:defRPr sz="1700">
                <a:solidFill>
                  <a:srgbClr val="2D3741"/>
                </a:solidFill>
              </a:defRPr>
            </a:pPr>
            <a:r>
              <a:rPr lang="en-US" dirty="0" err="1"/>
              <a:t>Đ</a:t>
            </a:r>
            <a:r>
              <a:rPr dirty="0" err="1"/>
              <a:t>ã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endParaRPr dirty="0"/>
          </a:p>
          <a:p>
            <a:pPr algn="ctr">
              <a:defRPr sz="1400" b="1">
                <a:solidFill>
                  <a:srgbClr val="A03C28"/>
                </a:solidFill>
              </a:defRPr>
            </a:pPr>
            <a:r>
              <a:rPr dirty="0"/>
              <a:t>1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: S099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5783" y="136017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tình</a:t>
            </a:r>
            <a:r>
              <a:rPr dirty="0"/>
              <a:t> </a:t>
            </a:r>
            <a:r>
              <a:rPr dirty="0" err="1"/>
              <a:t>trạng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" y="5401481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4E79"/>
                </a:solidFill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 50%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đang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; </a:t>
            </a:r>
            <a:r>
              <a:rPr dirty="0" err="1"/>
              <a:t>có</a:t>
            </a:r>
            <a:r>
              <a:rPr dirty="0"/>
              <a:t> 1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1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.</a:t>
            </a:r>
          </a:p>
          <a:p>
            <a:pPr>
              <a:defRPr sz="1400">
                <a:solidFill>
                  <a:srgbClr val="37414B"/>
                </a:solidFill>
              </a:defRPr>
            </a:pP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(Bar) </a:t>
            </a:r>
            <a:r>
              <a:rPr dirty="0" err="1"/>
              <a:t>để</a:t>
            </a:r>
            <a:r>
              <a:rPr dirty="0"/>
              <a:t> 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rời</a:t>
            </a:r>
            <a:r>
              <a:rPr dirty="0"/>
              <a:t> </a:t>
            </a:r>
            <a:r>
              <a:rPr dirty="0" err="1"/>
              <a:t>rạc</a:t>
            </a:r>
            <a:r>
              <a:rPr dirty="0"/>
              <a:t>; VLOOKUP + IFERROR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#N/A.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rPr dirty="0"/>
              <a:t>Rule 10/20/30: </a:t>
            </a:r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1/10 slide;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2 </a:t>
            </a:r>
            <a:r>
              <a:rPr dirty="0" err="1"/>
              <a:t>phút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 20 </a:t>
            </a:r>
            <a:r>
              <a:rPr dirty="0" err="1"/>
              <a:t>phút</a:t>
            </a:r>
            <a:r>
              <a:rPr dirty="0"/>
              <a:t>; </a:t>
            </a:r>
            <a:r>
              <a:rPr dirty="0" err="1"/>
              <a:t>cỡ</a:t>
            </a:r>
            <a:r>
              <a:rPr dirty="0"/>
              <a:t> </a:t>
            </a:r>
            <a:r>
              <a:rPr dirty="0" err="1"/>
              <a:t>chữ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nên</a:t>
            </a:r>
            <a:r>
              <a:rPr dirty="0"/>
              <a:t> ≥30 pt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.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0C73A19-CDF1-522D-7EFF-85D091D08A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408977"/>
              </p:ext>
            </p:extLst>
          </p:nvPr>
        </p:nvGraphicFramePr>
        <p:xfrm>
          <a:off x="4212256" y="1461428"/>
          <a:ext cx="6856681" cy="4036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Hồ Anh Tuấn</dc:creator>
  <cp:keywords/>
  <dc:description>generated using python-pptx</dc:description>
  <cp:lastModifiedBy>Hồ Anh Tuấn</cp:lastModifiedBy>
  <cp:revision>2</cp:revision>
  <dcterms:created xsi:type="dcterms:W3CDTF">2013-01-27T09:14:16Z</dcterms:created>
  <dcterms:modified xsi:type="dcterms:W3CDTF">2026-10-19T15:12:17Z</dcterms:modified>
  <cp:category/>
</cp:coreProperties>
</file>